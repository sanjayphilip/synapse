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SYNAPSE</a:t>
            </a:r>
          </a:p>
          <a:p>
            <a:pPr>
              <a:spcBef>
                <a:spcPts val="800"/>
              </a:spcBef>
              <a:defRPr sz="2000">
                <a:solidFill>
                  <a:srgbClr val="2563EB"/>
                </a:solidFill>
              </a:defRPr>
            </a:pPr>
            <a:r>
              <a:t>AI-Driven Resume Optimization, Job Matching &amp; Bidirectional Hiring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10362895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Team No: 05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Sanjay Philip</a:t>
            </a:r>
            <a:br/>
            <a:r>
              <a:t>• Akshay K R</a:t>
            </a:r>
            <a:br/>
            <a:r>
              <a:t>• Devika 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Department / Institution: Department of Computer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2.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Project Background &amp; Vision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SYNAPSE is a two-sided, machine-learning-driven hiring platform designed to bridge the gap between job seekers and employers.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It unifies resume parsing, intelligent job discovery, automated screening, and candidate ranking into a single ecosystem.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Key Highlights: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- For Job Seekers: Resume parsing, fit scoring, gap analysis, grounded resume rewrites, and salary negotiation tools.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- For Employers: Automated candidate screening, bidirectional match ranking, team notes, and interview scheduling.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  - For Administrators: System analytics, user role management, job posting oversight, and audit logs.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Powered by hybrid ML matching (40% keyword + 60% dense semantic embeddings via sentence-transformers) and Google Gemini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3.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Job Seekers' Challenges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Lack of Transparency: Applicants receive minimal feedback on why their resume was rejected.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Manual Tailoring Effort: Customizing resumes for multiple job postings is time-consuming.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Generic Job Boards: Traditional job listings act as static funnels without match insights.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Negotiation Gaps: Seekers lack data-backed compensation benchmarks during salary discussions.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Employers' Challenges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High Application Volume: Recruiters spend excessive hours manually screening hundreds of unfit resumes.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Keyword Bottlenecks: Basic ATS keyword filters eliminate qualified candidates with different phrasing.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Disjointed Collaboration: Lack of real-time shared notes and interview scheduling tools among hiring teams.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Inefficient Candidate Ranking: Difficulty prioritizing top talent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4.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Major Project Goals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1. Hybrid Match Engine: Combine 40% Keyword Match + 60% Dense Semantic Similarity (`all-MiniLM-L6-v2`) for precise fit scoring.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2. AI Resume Optimization: Parse PDF/DOCX/TXT resumes into structured JSON and provide grounded experience rewrites using Gemini API.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3. High-Volume Auto-Screening: Enable configurable auto-shortlist (≥85%) and auto-reject (&lt;50%) rules with complete audit trails.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4. External Job Aggregation: Fetch &amp; deduplicate live listings from Adzuna &amp; JSearch APIs with fallback DB caching.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5. Role-Based Platform: Deliver tailored workflows for Job Seekers, Employers, and System Administrators.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5. Existing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Current Industry Solutions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Standard Job Portals (LinkedIn, Indeed): Unidirectional job listing boards.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Traditional ATS Systems: Rely heavily on exact keyword matching.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Manual Email Application Workflows: Heavy recruiter overhead for candidate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Limitations &amp; Drawbacks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Rigid Keyword Matching: Misses semantic contextual fit between resume skills and job descriptions.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Zero Candidate Guidance: No actionable gap reports or bullet point rewrite suggestions.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Manual Screening Overload: Recruiters must open and assess every single submission.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Lack of Real-Time Analytics: Limited oversight of overall hiring health and candidate pipelines.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6.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Proposed Solution (SYNAPSE)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Two-Sided Bidirectional Matching Engine: Evaluates candidate-job fit seamlessly from both perspectives.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Grounded AI Assistant: Answers candidate questions on job fit and guides resume enhancements.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High-Volume Automated Screening: Instant auto-shortlisting and rejection based on employer thresholds.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Real-Time Team Collaboration: Shared candidate notes, audit trails, and interview calendar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Key Advantages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✓ High Accuracy: Dense semantic embeddings understand context beyond exact keywords.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✓ Time Saving: Reduces candidate screening time by up to 70% with auto-screening.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✓ Transparency: Itemized skill gap breakdown and match highlights for job seekers.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✓ Scalability: Async FastAPI architecture supporting high concurrency.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7. Methodology / System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Development Methodology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Agile / Iterative SDLC: Continuous modular implementation, testing, and refinement.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RESTful API Architecture: Clear separation of frontend UI and backend ML/Data services.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Asynchronous Processing: AsyncPG, background workers for auto-apply queue, and scheduled job alerts.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Comprehensive Testing: Multi-tier suite (Pytest backend, Vitest frontend, Playwright E2E).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System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Client Layer: React.js + Vite + Tailwind CSS + Lucide Icons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Backend API: FastAPI (Python 3.12) + Pydantic v2 + Uvicorn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Matching Engine: `sentence-transformers` (`all-MiniLM-L6-v2`) + Token Keyword Scorer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AI Services: Google Gemini API (Rewrites &amp; Chat Routing)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Database: PostgreSQL (AsyncPG / SQLAlchemy 2.0) /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8.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Languages &amp; Core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Python 3.12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TypeScript / JavaScript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HTML5 / CSS3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SQL (PostgreSQL dialect)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Frameworks &amp; Tools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Frontend: React.js, Vite, Tailwind CSS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Backend: FastAPI, Pydantic v2, Uvicorn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ORM / DB: AsyncPG, SQLAlchemy 2.0, Alembic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Testing: Pytest, Vitest, Playwright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AI, ML &amp; External APIs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`sentence-transformers` (`all-MiniLM-L6-v2`)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Google Gemini API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Adzuna &amp; JSearch APIs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Docker &amp; Docker Compose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9. Modules / Major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1. Job Seeker Module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Structured Resume Parsing, Domain Feeds, Gap Reports, Grounded Rewrites, Salary Negotiator &amp; Ambassador Referrals.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2. Employer Module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Job Posting CRUD, Candidate Ranking, Auto-Screening Thresholds (Shortlist/Reject), Team Notes &amp; Interview Scheduling.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3. Matching &amp; AI Engine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Hybrid Matcher (40% Keyword + 60% Dense Semantic Embedding), External Job Aggregator with DB Caching &amp; Gemini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4. Admin Oversight Module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Centralized Dashboard, Platform Analytics, User Management &amp; Role Toggles, Job Oversight, and System Activity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10. Implementation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Candidate Ranking &amp; Auto-Screening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Automatic evaluation upon candidate application submission.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Candidates scoring ≥ 85% automatically moved to Shortlisted.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Candidates scoring &lt; 50% automatically moved to Rejected.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Audit timeline records all auto-screen decisions and manual recruiter overrides.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Seeker Resume Parsing &amp; Gap Analysis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PDF/DOCX resume upload parsed into structured JSON skills &amp; experience.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Itemized skill gap breakdown highlighting missing keywords and match percentage.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AI-driven experience bullet rewrites grounded in candidate's true history.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11. Results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System Verification &amp; Test Suite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Backend Pytest Suite: 61 passing tests covering auth, matching, auto-screening, audit history, and external jobs.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Frontend Vitest Suite: 163 passing unit/component tests.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E2E Playwright Suite: Verified full user journeys across Seeker, Employer, and Admin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Performance Observations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Match Computation Speed: Under 200ms for dense semantic embedding calculation.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External Job Deduplication: Effectively eliminates duplicate listings from Adzuna &amp; JSearch.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Screening Accuracy: High correlation between semantic match scores and recruiter evaluations.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12.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Successfully built and deployed SYNAPSE (Version 2.8.0) as a robust, two-sided hiring platform.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Solved traditional ATS keyword limitations by introducing a hybrid 40% Keyword + 60% Dense Semantic Similarity engine.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Streamlined recruitment for employers via automated screening thresholds, audit trails, and interview calendar integrations.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Empowered job seekers with grounded resume rewrites, domain feeds, gap reports, and salary negotiation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13.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Planned Enhancements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Employer ↔ Candidate Direct Messaging: In-app real-time messaging between recruiters and candidates.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ATS Integration Webhooks: Webhook exports for external ATS platforms like Greenhouse and Lever.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AI Voice Interview Simulator: Interactive voice-based mock interview practice for candidates.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System Extensions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Native Mobile Applications: iOS and Android apps complementing the current PWA.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Advanced Analytics &amp; ML Forecasting: Predictive recruitment forecasting for high-volume hiring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MINI PROJECT EVALUATION — TEAM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14.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Technical Documentation &amp; Literature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1. Sentence-Transformers Documentation: 'all-MiniLM-L6-v2' Model Specifications.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2. Google Gemini API Documentation: Generative AI Text Models &amp; Prompt Engineering.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3. FastAPI Official Documentation: Building High-Performance Async APIs in Python.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4. React.js &amp; Vite Documentation: Component-Driven Frontend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5. PostgreSQL &amp; AsyncPG Documentation: Relational Database Optimization for High-Concurrency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